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slides as a visual tour. Screens were captured in the mobile test environment using fixture data, not private production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269480" y="0"/>
            <a:ext cx="4922215" cy="6858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1440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KAFT CHESS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94944" y="248716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APP</a:t>
            </a:r>
            <a:endParaRPr lang="en-US" sz="1900" dirty="0"/>
          </a:p>
          <a:p>
            <a:pPr indent="0" marL="0">
              <a:buNone/>
            </a:pPr>
            <a:r>
              <a:rPr lang="en-US" sz="190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WALKTHROUGH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94944" y="36758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Screens, workflows, and features explained through the people who use them.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" y="5148072"/>
            <a:ext cx="5010912" cy="676656"/>
          </a:xfrm>
          <a:prstGeom prst="roundRect">
            <a:avLst>
              <a:gd name="adj" fmla="val 8108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40410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MOBILE SCREENS  |  24 SLIDES  |  1 ACADEMY WORKSPACE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183880" y="86868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00923" y="98572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2" name="Image 0" descr="/Users/spramodh/Library/CloudStorage/OneDrive-azureford/Desktop/fsr-prod-dashboard/chess-academy-app/docs/mobile-screen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067" y="994867"/>
            <a:ext cx="2655418" cy="49103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226296" y="90982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6236208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FC1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09 September 2026</a:t>
            </a:r>
            <a:endParaRPr lang="en-US" sz="8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FITS TOGETHER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1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academy operating loop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98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connects the recurring work of running a chess academy into one mobile routine.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01952"/>
            <a:ext cx="64008" cy="1828800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103120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468880"/>
            <a:ext cx="30815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-&gt; Students -&gt; Attendance -&gt; Fees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daily operating loop keeps people, classes, and collections visible.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5112" y="1901952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901952"/>
            <a:ext cx="64008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2103120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the players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81144" y="2468880"/>
            <a:ext cx="30815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Curriculum -&gt; Resources -&gt; Progress -&gt; Timeline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activity and learner evidence stay connected.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1901952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901952"/>
            <a:ext cx="64008" cy="18288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103120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academy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57616" y="2468880"/>
            <a:ext cx="30815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Tournaments -&gt; Reports -&gt; Operations -&gt; Admin settings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Events, decisions, and configuration have a clear home.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86784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86784"/>
            <a:ext cx="64008" cy="1572768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187952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families informed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4553712"/>
            <a:ext cx="30815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portal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experience for the people who need student context without the full admin surface.</a:t>
            </a:r>
            <a:endParaRPr lang="en-US" sz="105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WALKTHROUGH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1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demo story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98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product in the order the academy experiences it, not in the order the menu happens to list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01952"/>
            <a:ext cx="64008" cy="1463040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103120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Start with today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468880"/>
            <a:ext cx="3081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dashboard and answer: what needs attention now?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5112" y="1901952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901952"/>
            <a:ext cx="64008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2103120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Follow one learner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81144" y="2468880"/>
            <a:ext cx="3081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 student, mark attendance, review fees, and inspect progress.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1901952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901952"/>
            <a:ext cx="64008" cy="146304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103120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Show the academy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57616" y="2468880"/>
            <a:ext cx="3081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through timetable, tournaments, resources, and curriculum.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21024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621024"/>
            <a:ext cx="64008" cy="14630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822192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Close the loop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4187952"/>
            <a:ext cx="3081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 with reports, settings, operations, and the parent portal.</a:t>
            </a:r>
            <a:endParaRPr lang="en-US" sz="1050" dirty="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academy ecosystem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8016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is the mobile control layer. Existing services remain useful, but the coach gets one coherent workflow.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99432" y="2331720"/>
            <a:ext cx="2971800" cy="1417320"/>
          </a:xfrm>
          <a:prstGeom prst="roundRect">
            <a:avLst>
              <a:gd name="adj" fmla="val 7742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26517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MOBILE APP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19472" y="30449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workspace for people, classes, payments, events, and progress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19202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112240"/>
          </a:solidFill>
          <a:ln w="10160">
            <a:solidFill>
              <a:srgbClr val="3153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920240"/>
            <a:ext cx="73152" cy="114300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1214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OAuth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1832" y="2423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coach sign-in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identity context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29000" y="2487168"/>
            <a:ext cx="1170432" cy="557784"/>
          </a:xfrm>
          <a:prstGeom prst="line">
            <a:avLst/>
          </a:prstGeom>
          <a:noFill/>
          <a:ln w="17780">
            <a:solidFill>
              <a:srgbClr val="20639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5800" y="39776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112240"/>
          </a:solidFill>
          <a:ln w="10160">
            <a:solidFill>
              <a:srgbClr val="3153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977640"/>
            <a:ext cx="73152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41788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Sheets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1832" y="4480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roster, attendance,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fees, settings, events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29000" y="4544568"/>
            <a:ext cx="1170432" cy="-1499616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49640" y="19202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112240"/>
          </a:solidFill>
          <a:ln w="10160">
            <a:solidFill>
              <a:srgbClr val="3153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9640" y="1920240"/>
            <a:ext cx="73152" cy="11430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05672" y="21214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05672" y="2423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contact, group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invites, share-ready updates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71232" y="2487168"/>
            <a:ext cx="978408" cy="557784"/>
          </a:xfrm>
          <a:prstGeom prst="line">
            <a:avLst/>
          </a:prstGeom>
          <a:noFill/>
          <a:ln w="17780">
            <a:solidFill>
              <a:srgbClr val="F43F5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49640" y="39776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112240"/>
          </a:solidFill>
          <a:ln w="10160">
            <a:solidFill>
              <a:srgbClr val="3153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49640" y="3977640"/>
            <a:ext cx="73152" cy="1143000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05672" y="41788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Drive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05672" y="4480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Resources, PDFs, uploads,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shared documents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571232" y="4544568"/>
            <a:ext cx="978408" cy="-1499616"/>
          </a:xfrm>
          <a:prstGeom prst="line">
            <a:avLst/>
          </a:prstGeom>
          <a:noFill/>
          <a:ln w="17780">
            <a:solidFill>
              <a:srgbClr val="D5A347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41648" y="49377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BY LIVE STUDENT CONTEXT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971800" y="5285232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duplicate admin surface. The app gives each service a useful place in the academy day.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DATA FLOW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1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student record to online insight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80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example of the app doing more than storing fields: it turns IDs into useful coaching context.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257860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395728"/>
            <a:ext cx="438912" cy="438912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551176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1600" y="245973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roster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fetches the live student record and its saved online IDs.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3017520"/>
            <a:ext cx="347472" cy="438912"/>
          </a:xfrm>
          <a:prstGeom prst="chevron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7288" y="2148840"/>
            <a:ext cx="257860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48456" y="2395728"/>
            <a:ext cx="438912" cy="438912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8456" y="2551176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24528" y="245973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Chess.com + Lichess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75888" y="3154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usernames remain linked to the correct student.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99048" y="3017520"/>
            <a:ext cx="347472" cy="438912"/>
          </a:xfrm>
          <a:prstGeom prst="chevron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0216" y="2148840"/>
            <a:ext cx="257860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1384" y="2395728"/>
            <a:ext cx="438912" cy="438912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1384" y="2551176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77456" y="245973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stats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28816" y="3154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Ratings and monthly or weekly activity can be fetched for review.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51976" y="3017520"/>
            <a:ext cx="347472" cy="438912"/>
          </a:xfrm>
          <a:prstGeom prst="chevron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53144" y="2148840"/>
            <a:ext cx="257860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54312" y="2395728"/>
            <a:ext cx="438912" cy="438912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54312" y="2551176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930384" y="245973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Academy action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81744" y="3154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insight in tournaments, progress, reports, and WhatsApp updates.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234440" y="4983480"/>
            <a:ext cx="9692640" cy="749808"/>
          </a:xfrm>
          <a:prstGeom prst="roundRect">
            <a:avLst>
              <a:gd name="adj" fmla="val 7317"/>
            </a:avLst>
          </a:prstGeom>
          <a:solidFill>
            <a:srgbClr val="E6FFFA"/>
          </a:solidFill>
          <a:ln w="12700">
            <a:solidFill>
              <a:srgbClr val="E6FF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54480" y="5257800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COOL FEATURE  |  Online identities are not isolated text fields. They become searchable, fetchable, matchable, and shareable academy data.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CONTROL ROOM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01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screen gives the coach a compact read on what needs attention today.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At-a-glance metrics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Attendance, fees, and academy activity in one place.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actions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Jump directly into the workflows that happen every day.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context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dashboard as the morning starting point.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time hunting for information.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RECORDS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02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stud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roster is the operational backbone: profiles, filters, IDs, schools, batches, and coaches.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complete profile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family details, academic information, ratings, and online IDs.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right student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and filter by batch, coach, school, status, or age category.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data current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Edit, archive, or review a student without leaving the mobile workflow.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learner has one dependable record.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OPERATIONS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Attendance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03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class participation against the exact date and keep the academy roster honest.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class date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across dates without losing the active roster.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quickly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touch-friendly controls for the whole batch.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pattern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 becomes useful when it is consistently captured.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reliable attendance habit creates useful progress data.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04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fe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what is due, what was collected, and what still needs follow-up.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payments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paid, partial, and pending states.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payment context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QR support helps the coach complete collection on mobile.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 confidently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Balances and monthly summaries expose what needs attention.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becomes a visible routine, not a spreadsheet chase.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COMPETITION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Tournaments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05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tourna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registrations, results, achievements, and rankings into the academy workflow.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participation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students and track playing status.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outcomes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results and connect them to student history.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Celebrate progress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Leaderboards and achievements make improvement visible.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Competition data becomes part of the student story.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Upcoming tournaments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06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upcoming-tourna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external events visible before they become last-minute messages.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essentials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Dates, venues, entry fees, eligibility, and links.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Deadline awareness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 deadlines are visible to the team.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shared view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Coaches can plan student participation from the same screen.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academy can plan ahead with fewer surprises.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SCHEDULING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Timetable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07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time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weekly view of batches, coaches, times, and locations.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the week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what class is happening and when.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 people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each batch to its coach and location.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parents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schedule context when answering questions.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shared timetable reduces coordination friction.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ACADEMY LIBRARY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08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re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the coaching team a single place to find supporting material.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useful material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Links and documents are available from the app.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context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Descriptions and levels make resources easier to choose.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knowledge reusable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coaching material does not disappear in chat threads.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academy builds a reusable teaching library.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PLAN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Curriculum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09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curricul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coaching intent into a progression that can be revisited.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Progressive topics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foundational skills toward stronger play.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awareness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content to the learner level.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 alignment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the team a shared teaching reference.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Lessons become part of a consistent academy method.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settings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10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admin-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 the lists that power the student workflow and synchronize changes to existing records.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vocabulary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Batches, coaches, and school values stay controlled.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changes safely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Renamed schools and assignments update existing students.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repetition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 once, reuse across the app.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stays consistent as the academy grows.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PLAY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Online chess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11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online-ch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platform identities connected to the student roster.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IDs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Chess.com and Lichess usernames live with the student profile.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by context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school, batch, and other filters to find players.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 real usernames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 characters and platform naming conventions are supported.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activity becomes easier to include in coaching.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TOURNAMENT TOOL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Pairing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12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mini-tourna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 small tournament session without leaving the academy app.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session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up a compact event for the current group.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rounds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the next round from the active results.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result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session history for later reference.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live event can run from one focused mobile screen.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ACADEMY CONTROLS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 center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13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operations-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 surface for operational switches and recurring tasks.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features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optional workflows on or off.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consistency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operational behavior visible to the team.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 quickly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focused page for admin actions.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hidden configuration, more operational clarity.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INSIGHT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timeline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14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student-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the learner journey as a connected sequence of activity.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story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Attendance, progress, and events sit in chronological context.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a student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 timeline for the learner you are discussing.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 with evidence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history to guide the next conversation.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profile becomes a story, not just a row.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Monthly report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15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monthly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month into a shareable summary for review and communication.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performance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together useful monthly signals.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when needed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report that can leave the app.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rhythm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review supports steady academy improvement.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becomes a recurring management habit.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progress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16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student-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attendance, skills, ratings, and insights around one learner.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learner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Navigate from the roster into focused progress.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signals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performance with context instead of one isolated number.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action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view to decide what to coach next.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coaching starts with better context.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HUB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17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m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mobile-friendly home for secondary screens and utilities.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primary navigation clean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actions stay easy to reach.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the rest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frequent tools still have a clear home.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touch-friendly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mobile menu keeps the product approachable.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 product stays navigable on a small screen.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4A5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EXPERIENCE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Parent portal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41280" y="384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475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3D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18 / 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907792" cy="5166360"/>
          </a:xfrm>
          <a:prstGeom prst="roundRect">
            <a:avLst>
              <a:gd name="adj" fmla="val 6918"/>
            </a:avLst>
          </a:prstGeom>
          <a:solidFill>
            <a:srgbClr val="07111E"/>
          </a:solidFill>
          <a:ln w="19050">
            <a:solidFill>
              <a:srgbClr val="2A4365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163" y="1260043"/>
            <a:ext cx="2673706" cy="4928616"/>
          </a:xfrm>
          <a:prstGeom prst="roundRect">
            <a:avLst>
              <a:gd name="adj" fmla="val 4788"/>
            </a:avLst>
          </a:prstGeom>
          <a:solidFill>
            <a:srgbClr val="000000"/>
          </a:solidFill>
          <a:ln w="6350">
            <a:solidFill>
              <a:srgbClr val="07111E"/>
            </a:solidFill>
            <a:prstDash val="solid"/>
          </a:ln>
        </p:spPr>
      </p:sp>
      <p:pic>
        <p:nvPicPr>
          <p:cNvPr id="10" name="Image 0" descr="/Users/spramodh/Library/CloudStorage/OneDrive-azureford/Desktop/fsr-prod-dashboard/chess-academy-app/docs/mobile-screenshots/parent-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269187"/>
            <a:ext cx="2655418" cy="49103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2536" y="11841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1A2634"/>
          </a:solidFill>
          <a:ln w="12700">
            <a:solidFill>
              <a:srgbClr val="0711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1143000"/>
            <a:ext cx="7086600" cy="594360"/>
          </a:xfrm>
          <a:prstGeom prst="roundRect">
            <a:avLst>
              <a:gd name="adj" fmla="val 12308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143000"/>
            <a:ext cx="73152" cy="59436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90872" y="122529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CD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view for families who need clarity without the full admin surface.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190195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901952"/>
            <a:ext cx="54864" cy="877824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6008" y="2103120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D5A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6008" y="216712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93208" y="204825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student context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93208" y="23042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Parents get the information relevant to their learner.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980944"/>
            <a:ext cx="54864" cy="877824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182112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20639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32461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6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93208" y="31272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progress visible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93208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useful updates in a simpler format.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4434840" y="40599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059936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4261104"/>
            <a:ext cx="329184" cy="292608"/>
          </a:xfrm>
          <a:prstGeom prst="roundRect">
            <a:avLst>
              <a:gd name="adj" fmla="val 18750"/>
            </a:avLst>
          </a:prstGeom>
          <a:solidFill>
            <a:srgbClr val="0A192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432511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93208" y="42062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back-and-forth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93208" y="4462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89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portal supports more informed conversations.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4434840" y="5230368"/>
            <a:ext cx="7086600" cy="694944"/>
          </a:xfrm>
          <a:prstGeom prst="roundRect">
            <a:avLst>
              <a:gd name="adj" fmla="val 10526"/>
            </a:avLst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5358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VALUE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709160" y="55412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Families stay connected without learning the whole system.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2881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KAFT CHESS ACADEMY  |  MOBILE WORKSPACE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347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200" kern="0" dirty="0">
                <a:solidFill>
                  <a:srgbClr val="D5A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POWERS THE SCREENS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19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data layer behind the experience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98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keeps the interface friendly while preserving the academy data in tools the team already understands.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01952"/>
            <a:ext cx="6400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103120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Sheets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468880"/>
            <a:ext cx="30815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Students, attendance, fees, settings, tournaments, timetable, and reports use structured sheet tabs as the operational source.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5112" y="1901952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901952"/>
            <a:ext cx="64008" cy="1691640"/>
          </a:xfrm>
          <a:prstGeom prst="rect">
            <a:avLst/>
          </a:prstGeom>
          <a:solidFill>
            <a:srgbClr val="20639B"/>
          </a:solidFill>
          <a:ln w="12700">
            <a:solidFill>
              <a:srgbClr val="2063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2103120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Drive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81144" y="2468880"/>
            <a:ext cx="30815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 and uploaded documents can be connected to Drive for shared access and retrieval.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1901952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901952"/>
            <a:ext cx="64008" cy="1691640"/>
          </a:xfrm>
          <a:prstGeom prst="rect">
            <a:avLst/>
          </a:prstGeom>
          <a:solidFill>
            <a:srgbClr val="D5A347"/>
          </a:solidFill>
          <a:ln w="12700">
            <a:solidFill>
              <a:srgbClr val="D5A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103120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PWA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57616" y="2468880"/>
            <a:ext cx="30815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layouts, installable behavior, and touch-sized controls support the coach on the move.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9624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49624"/>
            <a:ext cx="64008" cy="16916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050792"/>
            <a:ext cx="3081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decisions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4416552"/>
            <a:ext cx="30815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is not one isolated screen. It is the connection between roster, classes, payments, events, and progress.</a:t>
            </a:r>
            <a:endParaRPr lang="en-US" sz="105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Kaft Chess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Kaft Chess Academy | Mobile app guide</dc:title>
  <dc:subject>Mobile app walkthrough</dc:subject>
  <dc:creator>Kaft Chess Academy</dc:creator>
  <cp:lastModifiedBy>Kaft Chess Academy</cp:lastModifiedBy>
  <cp:revision>1</cp:revision>
  <dcterms:created xsi:type="dcterms:W3CDTF">2026-09-08T22:43:35Z</dcterms:created>
  <dcterms:modified xsi:type="dcterms:W3CDTF">2026-09-08T22:43:35Z</dcterms:modified>
</cp:coreProperties>
</file>